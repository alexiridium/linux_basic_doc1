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76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3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37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18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12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21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16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6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65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63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3057A-4709-419A-AD43-F41350226D5E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26146-8242-47BD-8574-5E13D8E8C7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85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35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381" y="1825625"/>
            <a:ext cx="3291238" cy="4351338"/>
          </a:xfrm>
        </p:spPr>
      </p:pic>
    </p:spTree>
    <p:extLst>
      <p:ext uri="{BB962C8B-B14F-4D97-AF65-F5344CB8AC3E}">
        <p14:creationId xmlns:p14="http://schemas.microsoft.com/office/powerpoint/2010/main" val="186296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 Berdnikov</dc:creator>
  <cp:lastModifiedBy>Aleksey Berdnikov</cp:lastModifiedBy>
  <cp:revision>1</cp:revision>
  <dcterms:created xsi:type="dcterms:W3CDTF">2026-07-07T09:45:12Z</dcterms:created>
  <dcterms:modified xsi:type="dcterms:W3CDTF">2026-07-07T09:45:45Z</dcterms:modified>
</cp:coreProperties>
</file>